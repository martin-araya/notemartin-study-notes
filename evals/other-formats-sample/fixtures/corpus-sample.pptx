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1: emphasize the importance.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for slide 2: explain each step carefully.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1: Introduction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Overview of the topic.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2: Methods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Detailed methodology.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3: Results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Summary of findings.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